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327"/>
    <p:restoredTop sz="96327"/>
  </p:normalViewPr>
  <p:slideViewPr>
    <p:cSldViewPr snapToGrid="0" snapToObjects="1">
      <p:cViewPr varScale="1">
        <p:scale>
          <a:sx n="152" d="100"/>
          <a:sy n="152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C01E-01C8-B34E-8F79-0603145B77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60D3DF-F85F-0543-B3FF-EF8646A48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A8983-AFC6-3B4E-A768-201228167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6003C-451D-DB4D-BC5F-32080A4B58BC}" type="datetimeFigureOut">
              <a:rPr lang="en-US" smtClean="0"/>
              <a:t>3/9/22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537F5-AE7C-C047-9B10-2264BB767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B9B26-EA43-6E44-BAEB-7A7FB10F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51ADE-401C-E640-B03F-A5528F7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44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45BC8-2FF3-9345-B765-FC5643E47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32083-CA85-0444-B59E-A027CC7C5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1E310-5E4E-1945-BBAA-1524471AB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6003C-451D-DB4D-BC5F-32080A4B58BC}" type="datetimeFigureOut">
              <a:rPr lang="en-US" smtClean="0"/>
              <a:t>3/9/22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EF443-2BE7-7E41-89AD-C4C49887F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FD8060-FC01-524E-A3A9-9BA2465F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51ADE-401C-E640-B03F-A5528F7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87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0423-4830-EA49-8611-FA80872D3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E33EF-20D3-0440-AA86-CED37DFEF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5E422-9484-DC49-8DF7-2AF143B86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6003C-451D-DB4D-BC5F-32080A4B58BC}" type="datetimeFigureOut">
              <a:rPr lang="en-US" smtClean="0"/>
              <a:t>3/9/22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F9E08-3C76-3B48-9B26-31AE9B4B9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4B507-2C5F-BF41-AE02-2727370D3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51ADE-401C-E640-B03F-A5528F7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363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58308-B41A-5245-987C-418F217CF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3D148-C105-EE41-91B6-1744D763B3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5BEBE-0F26-AD48-93C8-12BD8C5E00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71CB56-6A14-B945-90A3-14A44F2B0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6003C-451D-DB4D-BC5F-32080A4B58BC}" type="datetimeFigureOut">
              <a:rPr lang="en-US" smtClean="0"/>
              <a:t>3/9/22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85F69-9F36-5644-9E06-74E167471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EE662F-FA0C-F04A-91E3-61299A26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51ADE-401C-E640-B03F-A5528F7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24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7646E-C9BE-AC41-963D-289579B17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31971-D319-E648-8BB8-D6EBC54D1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71922C-1B5E-7246-82E1-01F457465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3B5C4-E627-0545-BC39-EA1A682CBA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CBCF03-30BF-C644-982A-F25FF7D6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EF5875-8FDF-4343-AAC8-13C42013C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6003C-451D-DB4D-BC5F-32080A4B58BC}" type="datetimeFigureOut">
              <a:rPr lang="en-US" smtClean="0"/>
              <a:t>3/9/22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3AB2F3-BAE7-BA49-A88E-34BFAD637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9F7F49-2551-5F4A-BE94-0B71DEDE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51ADE-401C-E640-B03F-A5528F7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65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D0F7-5942-DA42-A0E8-193400FEA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BF9B13-9624-464A-AF8F-A9883EAD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6003C-451D-DB4D-BC5F-32080A4B58BC}" type="datetimeFigureOut">
              <a:rPr lang="en-US" smtClean="0"/>
              <a:t>3/9/22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7D771-31E5-A849-9873-03CB1FAD9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6E6C7-689B-444D-9CCC-9E3FE00C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51ADE-401C-E640-B03F-A5528F7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79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F75048-DB76-3447-9F29-B1108CE84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6003C-451D-DB4D-BC5F-32080A4B58BC}" type="datetimeFigureOut">
              <a:rPr lang="en-US" smtClean="0"/>
              <a:t>3/9/22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15C053-1C23-A649-B151-771F5861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BB005-9E21-404A-92D8-E1D29EEAE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51ADE-401C-E640-B03F-A5528F7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275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A7FF7-B370-D545-A384-E8F869B7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B01FF-077A-5E4B-B688-D90F45408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C4E2D1-6462-C342-B166-F7DF2D80F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FA36B6-EDC7-104A-9445-D3213F829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6003C-451D-DB4D-BC5F-32080A4B58BC}" type="datetimeFigureOut">
              <a:rPr lang="en-US" smtClean="0"/>
              <a:t>3/9/22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140AE-EF25-4144-A2AA-8CDC859E5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194BA-D7AA-3D44-9748-9BDB8491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51ADE-401C-E640-B03F-A5528F7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645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A161-CA4A-7541-B740-7656C7AC5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C4794-9211-E746-B83C-7444DFCA55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95FBF-ACBA-8C47-ABD9-6FF602A22E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456CF-C999-AD47-AC00-8ABC51D2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6003C-451D-DB4D-BC5F-32080A4B58BC}" type="datetimeFigureOut">
              <a:rPr lang="en-US" smtClean="0"/>
              <a:t>3/9/22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62CABA-12F8-4C40-BA95-2C926C50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05CF3-A1B9-8149-AC55-78F05213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51ADE-401C-E640-B03F-A5528F7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29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C526C-13C0-9544-9F93-CDCA56947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E7EA3D-D917-584D-8C82-D3B793848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3DC49-2550-DD42-80E8-6960E08D5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6003C-451D-DB4D-BC5F-32080A4B58BC}" type="datetimeFigureOut">
              <a:rPr lang="en-US" smtClean="0"/>
              <a:t>3/9/22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1F312-0DC3-B24D-8B01-4B56264FD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70C08-E09D-6940-B7BF-3BB1006B9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51ADE-401C-E640-B03F-A5528F7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98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E47313-999C-DC48-88DC-DDE4230555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253CA-677C-ED41-8D04-FD96613F9E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97AEA-B440-DD41-B437-76F5F3E5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6003C-451D-DB4D-BC5F-32080A4B58BC}" type="datetimeFigureOut">
              <a:rPr lang="en-US" smtClean="0"/>
              <a:t>3/9/22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7DF7E-2D0C-E74F-9DD2-0B3F6CD12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14B592-0BA4-D44B-808B-C98B9E501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51ADE-401C-E640-B03F-A5528F7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710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39C038-5AA1-C34C-B222-72718717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F75D4-1AF8-7844-A42E-52EABA54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03C79-FBBB-C74D-A851-A88F8DF0C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6003C-451D-DB4D-BC5F-32080A4B58BC}" type="datetimeFigureOut">
              <a:rPr lang="en-US" smtClean="0"/>
              <a:t>3/9/22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D0B21-0FC6-4045-ACAF-E73F77F70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5E196-D09B-D44A-A49D-2ED7BDFDBD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51ADE-401C-E640-B03F-A5528F7733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31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CEBCA3A0-6B54-5D4F-92AD-AF4F403A512C}"/>
              </a:ext>
            </a:extLst>
          </p:cNvPr>
          <p:cNvGrpSpPr/>
          <p:nvPr/>
        </p:nvGrpSpPr>
        <p:grpSpPr>
          <a:xfrm>
            <a:off x="1975611" y="1469597"/>
            <a:ext cx="5345526" cy="3918806"/>
            <a:chOff x="1975611" y="1469597"/>
            <a:chExt cx="5345526" cy="3918806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343EF38-BB32-EC47-9E8C-6652AA612943}"/>
                </a:ext>
              </a:extLst>
            </p:cNvPr>
            <p:cNvGrpSpPr/>
            <p:nvPr/>
          </p:nvGrpSpPr>
          <p:grpSpPr>
            <a:xfrm>
              <a:off x="1975611" y="1469597"/>
              <a:ext cx="5345526" cy="3918806"/>
              <a:chOff x="4014135" y="1469597"/>
              <a:chExt cx="5345526" cy="3918806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974CC0DD-93A0-0C47-AA83-756671DE3F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014135" y="1469597"/>
                <a:ext cx="5345526" cy="3918806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03B2551-ADF7-6C4A-B9A0-D7A2401E19B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6817" t="27409" b="16793"/>
              <a:stretch/>
            </p:blipFill>
            <p:spPr>
              <a:xfrm>
                <a:off x="4100457" y="1593116"/>
                <a:ext cx="1837260" cy="1466866"/>
              </a:xfrm>
              <a:prstGeom prst="roundRect">
                <a:avLst>
                  <a:gd name="adj" fmla="val 16253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/>
            </p:spPr>
          </p:pic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7A6CEFE-4AB9-9C4A-A4D3-74EA3495D299}"/>
                </a:ext>
              </a:extLst>
            </p:cNvPr>
            <p:cNvSpPr txBox="1"/>
            <p:nvPr/>
          </p:nvSpPr>
          <p:spPr>
            <a:xfrm>
              <a:off x="2058676" y="5013785"/>
              <a:ext cx="18437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pace Mono" panose="02000509040000020004" pitchFamily="49" charset="77"/>
                  <a:ea typeface="Helvetica Neue" panose="02000503000000020004" pitchFamily="2" charset="0"/>
                  <a:cs typeface="Helvetica Neue" panose="02000503000000020004" pitchFamily="2" charset="0"/>
                </a:rPr>
                <a:t>3D printed band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1D77E00-FDC1-B641-9012-369E109B4FAD}"/>
                </a:ext>
              </a:extLst>
            </p:cNvPr>
            <p:cNvSpPr txBox="1"/>
            <p:nvPr/>
          </p:nvSpPr>
          <p:spPr>
            <a:xfrm>
              <a:off x="4356455" y="4655674"/>
              <a:ext cx="250741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pace Mono" panose="02000509040000020004" pitchFamily="49" charset="77"/>
                  <a:ea typeface="Helvetica Neue" panose="02000503000000020004" pitchFamily="2" charset="0"/>
                  <a:cs typeface="Helvetica Neue" panose="02000503000000020004" pitchFamily="2" charset="0"/>
                </a:rPr>
                <a:t>3D printed electrodes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68B3264-E0DE-0545-839E-CC342B884B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5814" y="4482654"/>
              <a:ext cx="411060" cy="542352"/>
            </a:xfrm>
            <a:prstGeom prst="straightConnector1">
              <a:avLst/>
            </a:prstGeom>
            <a:ln w="28575" cap="rnd">
              <a:solidFill>
                <a:schemeClr val="tx1"/>
              </a:soli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1DFD1C6-D3AF-EF44-BE3F-2BC62BC2E201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H="1" flipV="1">
              <a:off x="5318621" y="3976382"/>
              <a:ext cx="291543" cy="679292"/>
            </a:xfrm>
            <a:prstGeom prst="straightConnector1">
              <a:avLst/>
            </a:prstGeom>
            <a:ln w="28575" cap="rnd">
              <a:gradFill>
                <a:gsLst>
                  <a:gs pos="0">
                    <a:schemeClr val="tx1"/>
                  </a:gs>
                  <a:gs pos="24000">
                    <a:schemeClr val="bg1"/>
                  </a:gs>
                </a:gsLst>
                <a:lin ang="5400000" scaled="1"/>
              </a:gra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3B55F4-1A98-5A43-AF2F-BF67C2901305}"/>
                </a:ext>
              </a:extLst>
            </p:cNvPr>
            <p:cNvSpPr txBox="1"/>
            <p:nvPr/>
          </p:nvSpPr>
          <p:spPr>
            <a:xfrm>
              <a:off x="5517832" y="1636369"/>
              <a:ext cx="1511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400" dirty="0">
                  <a:solidFill>
                    <a:prstClr val="black"/>
                  </a:solidFill>
                  <a:latin typeface="Space Mono" panose="02000509040000020004" pitchFamily="49" charset="77"/>
                  <a:ea typeface="Helvetica Neue" panose="02000503000000020004" pitchFamily="2" charset="0"/>
                  <a:cs typeface="Helvetica Neue" panose="02000503000000020004" pitchFamily="2" charset="0"/>
                </a:rPr>
                <a:t>nRF52832 SoC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pace Mono" panose="02000509040000020004" pitchFamily="49" charset="77"/>
                  <a:ea typeface="Helvetica Neue" panose="02000503000000020004" pitchFamily="2" charset="0"/>
                  <a:cs typeface="Helvetica Neue" panose="02000503000000020004" pitchFamily="2" charset="0"/>
                </a:rPr>
                <a:t>ADS1299 		AFE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FA0A0F4-4BA4-1041-9E94-A531AD4935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18621" y="2159589"/>
              <a:ext cx="772626" cy="994672"/>
            </a:xfrm>
            <a:prstGeom prst="straightConnector1">
              <a:avLst/>
            </a:prstGeom>
            <a:ln w="28575" cap="rnd">
              <a:gradFill>
                <a:gsLst>
                  <a:gs pos="0">
                    <a:schemeClr val="tx1"/>
                  </a:gs>
                  <a:gs pos="24000">
                    <a:schemeClr val="bg1"/>
                  </a:gs>
                </a:gsLst>
                <a:lin ang="5400000" scaled="1"/>
              </a:gradFill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2944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Space Mono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Jom Preechayasomboon</dc:creator>
  <cp:lastModifiedBy>Jom Preechayasomboon</cp:lastModifiedBy>
  <cp:revision>1</cp:revision>
  <dcterms:created xsi:type="dcterms:W3CDTF">2022-03-10T01:06:49Z</dcterms:created>
  <dcterms:modified xsi:type="dcterms:W3CDTF">2022-03-10T01:12:52Z</dcterms:modified>
</cp:coreProperties>
</file>